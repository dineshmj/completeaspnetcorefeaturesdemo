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02" y="2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1A12-F279-9035-B3E5-C41B8DB39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9B7CA-05BB-BEF3-ED29-C629AE3C6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3AA84-178D-D56F-552B-DCA53DC8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262C6-93A7-5C1A-458D-3C638126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EA310-0999-3B6B-C76F-6AF1BE21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97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6BAC-08BE-7E93-1D1B-A56179C9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7DB7D-B502-8B7E-A473-BB2225075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2AE72-13F3-6AF6-D18C-B720C971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D0843-6408-6CF8-C6A7-ECF6C7C3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3DEAA-6D09-D401-CD62-264E278F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93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2482-DF13-8532-D283-0DA3E69D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E811-15BE-6A55-67DD-58D4562C0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25973-3D0B-060F-71EC-6D190E4C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14D94-806F-20B8-921F-6D530E3C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C4A37-EDB5-0FE8-28F9-6B5F321F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3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41CD2-22C3-4078-E7A2-E5EFE2E5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8DE71-4CD9-D09C-A6D2-825960EA4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9DDF5-36EB-41DB-A02C-FED3F8BF1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743CC-79DE-E775-93C0-E6AE9B0C5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5EADF-F074-194D-0E48-748F1F38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C3670-3AFE-6BC2-5F0A-EAF8E3B2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21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A914-123A-1275-CCF8-995E81EE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6FCFF-410D-6AA5-49CC-4A80820D3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6860E-FAC0-B39F-14BE-63DB0A8E4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B955A7-BE6C-A92A-7F4A-8250E90EC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DBC88-86CF-7412-A58C-9E8A993A1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37A5D-8FF5-904D-5CCD-5087CDDE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E2FC1-B483-2CBD-0B27-C0B95B6D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F9B50-C524-82BB-C883-74CEDF90B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6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24142-A10C-6D06-20B6-087D82FE0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E596E1-33E5-9AD2-E001-A34C898B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18299-0307-4B72-C647-27A5EF91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18FEB-2361-92CF-771B-46EC163D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7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20A4B-B332-A0DA-A29B-3B96146A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2B8FA-8D6E-E6DC-E44C-83E7CE59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AA8EA-44CF-9CF8-D7B3-0958CC2F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90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A0DD-D593-1322-CCF2-EE042D61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F7707-1227-0481-D0E6-95F155BE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02E71-3FD1-BF7C-2844-4C4FCD5E5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2703F-5B2E-ADF5-3C2A-F35DA68E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72DA6-1594-DA92-02B1-0ED5F85D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6A91-D1D1-8E92-0F1A-4DDC2FDD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53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065A-02BE-7F7E-F8E6-13094024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6B1A4-4EE2-1456-5BDB-CC8881D7F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77BB8-2796-9CF3-7E8C-2ED1D52FF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E01C5-8EEB-4C13-ACEE-F23A9CCC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91129-7CF5-076C-D0B6-8D7A1F02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6C713-0C04-C648-62ED-DBF19EFB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908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DD11-CDA8-AB31-DF6E-D6A1EC6D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61D6B-C22F-43B7-93E2-50DB0E6A2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ED414-FC29-E82A-0AFB-8DF05AAD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D38E0-F38F-0300-903F-6849FB8B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B1B2B-916F-4EE9-16CE-E8667F01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93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9AAFB-3132-E139-CDEE-13A3063E7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BD1CC-4885-3E62-2767-2920877CC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4350B-391C-CD27-9EDA-C495D317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64ED-2E0E-7911-5CC6-0367AF5C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FED8A-097E-8FF5-E4C1-32B1228C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51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AACD5-4370-C0F5-EB5E-4849CED0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79BDA-99EF-1545-7277-08AFDFE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DE88B-ABB1-9016-2266-4CC8DE487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41766-EE48-486B-B18D-CC8E23072E8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12FC4-2EBA-DCBD-BDE7-DEE8E4517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9828B-575A-6B13-BE70-FFF518891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EF232-8E7F-442E-ABCB-6CABDC539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95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B03948-3999-AC7A-286D-53E0A33D3788}"/>
              </a:ext>
            </a:extLst>
          </p:cNvPr>
          <p:cNvSpPr/>
          <p:nvPr/>
        </p:nvSpPr>
        <p:spPr>
          <a:xfrm>
            <a:off x="367748" y="357809"/>
            <a:ext cx="8259417" cy="3319670"/>
          </a:xfrm>
          <a:prstGeom prst="roundRect">
            <a:avLst>
              <a:gd name="adj" fmla="val 5589"/>
            </a:avLst>
          </a:prstGeom>
          <a:solidFill>
            <a:srgbClr val="1C1C1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scadia Code" panose="020B0509020204030204" pitchFamily="49" charset="0"/>
              </a:rPr>
              <a:t>PM&gt; dotnet new webapi -n MyBank.Api.REST.Customer</a:t>
            </a:r>
            <a:endParaRPr lang="en-IN" sz="1200" dirty="0">
              <a:solidFill>
                <a:schemeClr val="bg1"/>
              </a:solidFill>
              <a:latin typeface="Cascadia Code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582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Cascadia Code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Muciliath Jayadevan</dc:creator>
  <cp:lastModifiedBy>Dinesh Muciliath Jayadevan</cp:lastModifiedBy>
  <cp:revision>3</cp:revision>
  <dcterms:created xsi:type="dcterms:W3CDTF">2026-02-19T12:24:49Z</dcterms:created>
  <dcterms:modified xsi:type="dcterms:W3CDTF">2026-02-19T12:59:38Z</dcterms:modified>
</cp:coreProperties>
</file>